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SLIDE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1. Introduction &amp;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46304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Project Name: Smart Rental and Roommate Compatibility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Student Name: [Your Name]   |   Roll No: [Your Roll No]   |   Guide: [Guide / Mam's Name]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12064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The Real Problem Today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• Students &amp; Job Seekers Move to Cities: Thousands move to Bangalore, Pune, Gurgaon, etc. for college or IT jobs.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• High Room Rent: Full apartments are too expensive, so everyone stays in PGs or shared rooms.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• The Roommate Problem: Finding an empty room is easy, but finding good roommates is very hard.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• Daily Conflicts: Differences in sleep time (night owl vs early bird), cleaning, or food cause daily stress and fights.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D9488"/>
                </a:solidFill>
              </a:defRPr>
            </a:pPr>
            <a:r>
              <a:t>Our Smart Rental Solution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✓ Two-in-One Website: Search for rooms and PGs, and also check roommate compatibility.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✓ Check Compatibility Before Booking: See a 0% to 100% match score with roommates already living there before you pay.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✓ Simple 6-Habit Quiz: Matches users on sleep timing, cleanliness, noise level, work routine, and food preferences.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✓ Helpful Living Tools: A fair rent splitter (for bigger rooms) and a simple 1-click roommate agreement for house rules.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WHAT EXISTING APPS 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SLIDE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Literature Survey &amp; Related 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743200"/>
                <a:gridCol w="3108960"/>
              </a:tblGrid>
              <a:tr h="9509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Existing Systems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What They Are Used For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What They Do Well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What They Don't Do (Gaps)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MagicBricks &amp; 99acres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Property sales and whole flat rentals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Large list of properties, photos, and owner phone numbers.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Zero roommate matching. They only care about rent money, not who lives with you.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Zolo Stays &amp; Stanza Living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Managed hostels and student PGs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Furnished rooms, regular food mess, and housekeeping.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Puts random roommates together without asking you. High deposit and rigid contracts.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Foreign Apps</a:t>
                      </a:r>
                      <a:br/>
                      <a:r>
                        <a:t>(Roomi, SpareRoom)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Roommate finding in US &amp; 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User profiles, budget search, in-app messaging.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Not made for India. Does not have Boys/Girls PG filters, meal options, or veg food rules.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College Research Papers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Math formulas for matching people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Formulas to calculate compatibility between two people.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Only research papers and theory. Nobody built a simple, working website for students.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WHAT IS MISSING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SLIDE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Gaps in Existing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1. Apps Only Show Rooms, Not People</a:t>
            </a:r>
          </a:p>
          <a:p>
            <a:pPr>
              <a:defRPr sz="1250">
                <a:solidFill>
                  <a:srgbClr val="334155"/>
                </a:solidFill>
              </a:defRPr>
            </a:pPr>
            <a:r>
              <a:t>Existing websites show photos of empty rooms and walls. But your peaceful living depends on who you live with, not just how the room looks.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D9488"/>
                </a:solidFill>
              </a:defRPr>
            </a:pPr>
            <a:r>
              <a:t>2. The Problem of 'Blind Booking'</a:t>
            </a:r>
          </a:p>
          <a:p>
            <a:pPr>
              <a:defRPr sz="1250">
                <a:solidFill>
                  <a:srgbClr val="334155"/>
                </a:solidFill>
              </a:defRPr>
            </a:pPr>
            <a:r>
              <a:t>Students pay money and book a bed without knowing if their roommate stays awake all night, leaves dirty dishes, or smokes inside.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3. Missing Indian PG Features</a:t>
            </a:r>
          </a:p>
          <a:p>
            <a:pPr>
              <a:defRPr sz="1250">
                <a:solidFill>
                  <a:srgbClr val="334155"/>
                </a:solidFill>
              </a:defRPr>
            </a:pPr>
            <a:r>
              <a:t>Most apps don't easily filter for Indian needs: Boys PG, Girls PG, 3 meals included daily, gate curfew timings, and zero brokerage.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D9488"/>
                </a:solidFill>
              </a:defRPr>
            </a:pPr>
            <a:r>
              <a:t>4. No Help to Avoid Daily Fights</a:t>
            </a:r>
          </a:p>
          <a:p>
            <a:pPr>
              <a:defRPr sz="1250">
                <a:solidFill>
                  <a:srgbClr val="334155"/>
                </a:solidFill>
              </a:defRPr>
            </a:pPr>
            <a:r>
              <a:t>Existing apps have no tools to divide rent fairly if one person has a bigger room or attached bathroom, and no simple house rules agreement.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CLEAR PROBLEM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SLIDE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4.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20040" rIns="36576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PROBLEM STATEMENT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"To build an easy-to-use Smart Rental website where students and job seekers can search for PGs and rooms, and check if their lifestyle habits match with current roommates before paying any deposit money."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Who Will Use This Website?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• College students moving to university cities.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• Young IT and office workers looking for shared flats.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• PG owners who want peaceful, long-term tenants.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21208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0D9488"/>
                </a:solidFill>
              </a:defRPr>
            </a:pPr>
            <a:r>
              <a:t>Main Benefits for Students: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✓ No more roommate fights or stress after moving in.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✓ Full transparency of daily habits before booking.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✓ Direct contact without paying broker fees.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WHAT THE WEBSITE DOES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SLIDE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5.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Main Objectives (Core Features)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🎯 Smart PG &amp; Room Search: Search by Boys PG, Girls PG, Single/2/3 sharing, 3 meals included, and budget in Rupees.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🎯 Roommate Compatibility Score: Calculates a 0% to 100% match score using 6 daily habits (Sleep, Cleanliness, Work, Noise, Food, Guests).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🎯 Match Score on Room Cards: Shows '92% Match with Flatmate' directly on room listings so you know before visiting.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🎯 Comparison Charts: Simple charts showing what habits you match on and what you should discuss.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0D9488"/>
                </a:solidFill>
              </a:defRPr>
            </a:pPr>
            <a:r>
              <a:t>Helpful Tools (Extra Features)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⚡ Strict Dealbreakers: Strict filters for Pure Veg food, non-smoking, and pets (if dealbreaker fails, match is 0%).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⚡ Fair Rent Splitter: Tool that calculates fair rent if someone has an attached bathroom or balcony.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⚡ Roommate Agreement: 1-click simple agreement for cleaning turns, quiet hours, and visitors.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⚡ Fast &amp; Clean Website: Modern, clean website that works smoothly on mobile and laptops.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